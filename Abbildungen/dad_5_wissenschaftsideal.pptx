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</p:sldIdLst>
  <p:sldSz cx="9144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8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83861"/>
            <a:ext cx="6858000" cy="188023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36605"/>
            <a:ext cx="6858000" cy="130391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79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05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46419"/>
            <a:ext cx="7886700" cy="224653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14203"/>
            <a:ext cx="7886700" cy="118139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396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37680"/>
            <a:ext cx="388620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37680"/>
            <a:ext cx="388620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034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87536"/>
            <a:ext cx="7886700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23916"/>
            <a:ext cx="3868340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72747"/>
            <a:ext cx="3868340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23916"/>
            <a:ext cx="3887391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72747"/>
            <a:ext cx="3887391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7785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60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92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77597"/>
            <a:ext cx="4629150" cy="38379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16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77597"/>
            <a:ext cx="4629150" cy="383798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75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80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87536"/>
            <a:ext cx="1971675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87536"/>
            <a:ext cx="5800725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10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87536"/>
            <a:ext cx="78867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37680"/>
            <a:ext cx="78867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1BD8D-DFB0-43D9-B62C-FE3D1A790B0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005626"/>
            <a:ext cx="30861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376FA-6B54-4E8D-93AB-65AEEA1CDF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84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BFB273B-9655-4907-67EC-E097AD9EB472}"/>
              </a:ext>
            </a:extLst>
          </p:cNvPr>
          <p:cNvGrpSpPr/>
          <p:nvPr/>
        </p:nvGrpSpPr>
        <p:grpSpPr>
          <a:xfrm>
            <a:off x="287267" y="226010"/>
            <a:ext cx="8574177" cy="4988824"/>
            <a:chOff x="304518" y="1090810"/>
            <a:chExt cx="8574177" cy="4988824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4DAB9C7-32A3-4A29-BE49-1482D80F9EAD}"/>
                </a:ext>
              </a:extLst>
            </p:cNvPr>
            <p:cNvSpPr txBox="1"/>
            <p:nvPr/>
          </p:nvSpPr>
          <p:spPr>
            <a:xfrm>
              <a:off x="2973990" y="1410076"/>
              <a:ext cx="319602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Wissenschaftlicher</a:t>
              </a:r>
            </a:p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Erkenntniswunsch</a:t>
              </a: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EEA848BC-FEB3-47E7-9CAC-E7975DEF4633}"/>
                </a:ext>
              </a:extLst>
            </p:cNvPr>
            <p:cNvSpPr/>
            <p:nvPr/>
          </p:nvSpPr>
          <p:spPr>
            <a:xfrm>
              <a:off x="3161832" y="1090810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55DBC527-D705-43CB-B547-999CDFE02529}"/>
                </a:ext>
              </a:extLst>
            </p:cNvPr>
            <p:cNvSpPr txBox="1"/>
            <p:nvPr/>
          </p:nvSpPr>
          <p:spPr>
            <a:xfrm>
              <a:off x="6223070" y="4133554"/>
              <a:ext cx="2573589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Formulierung theorie-</a:t>
              </a:r>
            </a:p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basierter Hypothesen</a:t>
              </a: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4A91CD1-3E24-4617-B2C7-6B7ACA094308}"/>
                </a:ext>
              </a:extLst>
            </p:cNvPr>
            <p:cNvSpPr/>
            <p:nvPr/>
          </p:nvSpPr>
          <p:spPr>
            <a:xfrm>
              <a:off x="6135495" y="3888442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28" name="Pfeil: nach rechts 27">
              <a:extLst>
                <a:ext uri="{FF2B5EF4-FFF2-40B4-BE49-F238E27FC236}">
                  <a16:creationId xmlns:a16="http://schemas.microsoft.com/office/drawing/2014/main" id="{6EA711E7-48AC-45B6-AFDC-A53CDE1F9940}"/>
                </a:ext>
              </a:extLst>
            </p:cNvPr>
            <p:cNvSpPr/>
            <p:nvPr/>
          </p:nvSpPr>
          <p:spPr>
            <a:xfrm rot="5400000">
              <a:off x="7219268" y="3350694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3BF4E712-0F1B-4931-A230-F824BDC14092}"/>
                </a:ext>
              </a:extLst>
            </p:cNvPr>
            <p:cNvSpPr txBox="1"/>
            <p:nvPr/>
          </p:nvSpPr>
          <p:spPr>
            <a:xfrm>
              <a:off x="6460265" y="2188693"/>
              <a:ext cx="2100255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Entwicklung von</a:t>
              </a:r>
            </a:p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Forschungsfragen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1102E27E-D7D0-40AE-A993-990C8B978C15}"/>
                </a:ext>
              </a:extLst>
            </p:cNvPr>
            <p:cNvSpPr/>
            <p:nvPr/>
          </p:nvSpPr>
          <p:spPr>
            <a:xfrm>
              <a:off x="6127208" y="1946689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29" name="Pfeil: nach rechts 28">
              <a:extLst>
                <a:ext uri="{FF2B5EF4-FFF2-40B4-BE49-F238E27FC236}">
                  <a16:creationId xmlns:a16="http://schemas.microsoft.com/office/drawing/2014/main" id="{02D44EB2-D939-417E-ABA3-88EE3891D5FB}"/>
                </a:ext>
              </a:extLst>
            </p:cNvPr>
            <p:cNvSpPr/>
            <p:nvPr/>
          </p:nvSpPr>
          <p:spPr>
            <a:xfrm rot="2018244">
              <a:off x="6115924" y="1489432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C04C8755-914A-46B3-A698-FA4C609DAC5B}"/>
                </a:ext>
              </a:extLst>
            </p:cNvPr>
            <p:cNvSpPr txBox="1"/>
            <p:nvPr/>
          </p:nvSpPr>
          <p:spPr>
            <a:xfrm>
              <a:off x="3342420" y="5129877"/>
              <a:ext cx="2597186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Herleitung empirisch</a:t>
              </a:r>
            </a:p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testbarer Vorhersagen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C0C4D7E-6A2D-4E12-B746-69EA323CD017}"/>
                </a:ext>
              </a:extLst>
            </p:cNvPr>
            <p:cNvSpPr/>
            <p:nvPr/>
          </p:nvSpPr>
          <p:spPr>
            <a:xfrm>
              <a:off x="3225418" y="4864590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0" name="Pfeil: nach rechts 29">
              <a:extLst>
                <a:ext uri="{FF2B5EF4-FFF2-40B4-BE49-F238E27FC236}">
                  <a16:creationId xmlns:a16="http://schemas.microsoft.com/office/drawing/2014/main" id="{7443A511-A718-4973-8937-EB7C0F3DA5BE}"/>
                </a:ext>
              </a:extLst>
            </p:cNvPr>
            <p:cNvSpPr/>
            <p:nvPr/>
          </p:nvSpPr>
          <p:spPr>
            <a:xfrm rot="8967556">
              <a:off x="6116935" y="5250303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CF0FA9E-B57B-427E-ABA4-EEB6A3FCA0BF}"/>
                </a:ext>
              </a:extLst>
            </p:cNvPr>
            <p:cNvSpPr txBox="1"/>
            <p:nvPr/>
          </p:nvSpPr>
          <p:spPr>
            <a:xfrm>
              <a:off x="798316" y="4169796"/>
              <a:ext cx="1755610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Evaluation der</a:t>
              </a:r>
            </a:p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Hypothesen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CCFCEBC4-DD0F-4FE2-8243-53B9F9CACB18}"/>
                </a:ext>
              </a:extLst>
            </p:cNvPr>
            <p:cNvSpPr/>
            <p:nvPr/>
          </p:nvSpPr>
          <p:spPr>
            <a:xfrm>
              <a:off x="304518" y="3903127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1" name="Pfeil: nach rechts 30">
              <a:extLst>
                <a:ext uri="{FF2B5EF4-FFF2-40B4-BE49-F238E27FC236}">
                  <a16:creationId xmlns:a16="http://schemas.microsoft.com/office/drawing/2014/main" id="{8DE9045E-3A39-4CA1-8591-E8BB44CAA855}"/>
                </a:ext>
              </a:extLst>
            </p:cNvPr>
            <p:cNvSpPr/>
            <p:nvPr/>
          </p:nvSpPr>
          <p:spPr>
            <a:xfrm rot="12883670">
              <a:off x="2193007" y="5263550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F0CD8FE6-6CE1-47F6-AD3F-E4040A59A747}"/>
                </a:ext>
              </a:extLst>
            </p:cNvPr>
            <p:cNvGrpSpPr/>
            <p:nvPr/>
          </p:nvGrpSpPr>
          <p:grpSpPr>
            <a:xfrm>
              <a:off x="336060" y="1946219"/>
              <a:ext cx="2570480" cy="1215044"/>
              <a:chOff x="261830" y="2334714"/>
              <a:chExt cx="2743200" cy="1215044"/>
            </a:xfrm>
            <a:noFill/>
          </p:grpSpPr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4423B28-39DF-4849-981D-C95E74C3CCB3}"/>
                  </a:ext>
                </a:extLst>
              </p:cNvPr>
              <p:cNvSpPr txBox="1"/>
              <p:nvPr/>
            </p:nvSpPr>
            <p:spPr>
              <a:xfrm>
                <a:off x="500602" y="2551379"/>
                <a:ext cx="2434484" cy="70788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Entwicklung </a:t>
                </a:r>
              </a:p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genereller Theorien</a:t>
                </a:r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70F9756F-1473-4D22-A26F-F7DFCD04430D}"/>
                  </a:ext>
                </a:extLst>
              </p:cNvPr>
              <p:cNvSpPr/>
              <p:nvPr/>
            </p:nvSpPr>
            <p:spPr>
              <a:xfrm>
                <a:off x="261830" y="2334714"/>
                <a:ext cx="2743200" cy="12150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p:grpSp>
        <p:sp>
          <p:nvSpPr>
            <p:cNvPr id="32" name="Pfeil: nach rechts 31">
              <a:extLst>
                <a:ext uri="{FF2B5EF4-FFF2-40B4-BE49-F238E27FC236}">
                  <a16:creationId xmlns:a16="http://schemas.microsoft.com/office/drawing/2014/main" id="{269E621F-EC47-4074-8E14-7113D2C726CF}"/>
                </a:ext>
              </a:extLst>
            </p:cNvPr>
            <p:cNvSpPr/>
            <p:nvPr/>
          </p:nvSpPr>
          <p:spPr>
            <a:xfrm rot="16200000">
              <a:off x="1414248" y="3330880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3" name="Pfeil: nach rechts 32">
              <a:extLst>
                <a:ext uri="{FF2B5EF4-FFF2-40B4-BE49-F238E27FC236}">
                  <a16:creationId xmlns:a16="http://schemas.microsoft.com/office/drawing/2014/main" id="{8C8D2DF7-021B-4B93-A144-B7BEC2A3A7D2}"/>
                </a:ext>
              </a:extLst>
            </p:cNvPr>
            <p:cNvSpPr/>
            <p:nvPr/>
          </p:nvSpPr>
          <p:spPr>
            <a:xfrm rot="19670357">
              <a:off x="2287718" y="1465373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33311C5E-29D7-4602-912A-84D7034CB28F}"/>
                </a:ext>
              </a:extLst>
            </p:cNvPr>
            <p:cNvSpPr txBox="1"/>
            <p:nvPr/>
          </p:nvSpPr>
          <p:spPr>
            <a:xfrm>
              <a:off x="3155967" y="3318075"/>
              <a:ext cx="296857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Datenkollektion</a:t>
              </a: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456588E-3929-4BC7-9DF3-47FD4413BA0E}"/>
                </a:ext>
              </a:extLst>
            </p:cNvPr>
            <p:cNvSpPr/>
            <p:nvPr/>
          </p:nvSpPr>
          <p:spPr>
            <a:xfrm>
              <a:off x="3209978" y="2924879"/>
              <a:ext cx="2743200" cy="12150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4" name="Pfeil: nach rechts 33">
              <a:extLst>
                <a:ext uri="{FF2B5EF4-FFF2-40B4-BE49-F238E27FC236}">
                  <a16:creationId xmlns:a16="http://schemas.microsoft.com/office/drawing/2014/main" id="{522DFF17-FD65-40A3-9529-DEB8FF667FE1}"/>
                </a:ext>
              </a:extLst>
            </p:cNvPr>
            <p:cNvSpPr/>
            <p:nvPr/>
          </p:nvSpPr>
          <p:spPr>
            <a:xfrm rot="16200000">
              <a:off x="4305455" y="4294445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5" name="Pfeil: nach rechts 34">
              <a:extLst>
                <a:ext uri="{FF2B5EF4-FFF2-40B4-BE49-F238E27FC236}">
                  <a16:creationId xmlns:a16="http://schemas.microsoft.com/office/drawing/2014/main" id="{2544D415-704B-457B-9A95-8A91B5CDFA01}"/>
                </a:ext>
              </a:extLst>
            </p:cNvPr>
            <p:cNvSpPr/>
            <p:nvPr/>
          </p:nvSpPr>
          <p:spPr>
            <a:xfrm rot="8360254">
              <a:off x="2522951" y="3628953"/>
              <a:ext cx="572303" cy="40304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84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20</Words>
  <Application>Microsoft Office PowerPoint</Application>
  <PresentationFormat>Benutzerdefiniert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3</cp:revision>
  <dcterms:created xsi:type="dcterms:W3CDTF">2023-04-03T08:46:16Z</dcterms:created>
  <dcterms:modified xsi:type="dcterms:W3CDTF">2023-05-08T09:10:43Z</dcterms:modified>
</cp:coreProperties>
</file>