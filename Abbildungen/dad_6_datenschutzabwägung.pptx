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438" r:id="rId2"/>
  </p:sldIdLst>
  <p:sldSz cx="611981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72" d="100"/>
          <a:sy n="172" d="100"/>
        </p:scale>
        <p:origin x="153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86" y="706933"/>
            <a:ext cx="5201841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2268784"/>
            <a:ext cx="4589860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764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0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1076899"/>
            <a:ext cx="5278339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2890725"/>
            <a:ext cx="5278339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/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2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1149890"/>
            <a:ext cx="2600921" cy="2740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1149890"/>
            <a:ext cx="2600921" cy="2740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010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29979"/>
            <a:ext cx="5278339" cy="834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5" y="1058899"/>
            <a:ext cx="2588967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5" y="1577849"/>
            <a:ext cx="2588967" cy="23207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1058899"/>
            <a:ext cx="2601718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1577849"/>
            <a:ext cx="2601718" cy="23207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80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849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644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87972"/>
            <a:ext cx="1973799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621942"/>
            <a:ext cx="3098155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295877"/>
            <a:ext cx="1973799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384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287972"/>
            <a:ext cx="1973799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621942"/>
            <a:ext cx="3098155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1295877"/>
            <a:ext cx="1973799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133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165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229978"/>
            <a:ext cx="1319585" cy="366065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8" y="229978"/>
            <a:ext cx="3882256" cy="366065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02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229979"/>
            <a:ext cx="5278339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1149890"/>
            <a:ext cx="5278339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4003619"/>
            <a:ext cx="137695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21B3B2-8DC4-43D4-A73D-06D43098024F}" type="datetimeFigureOut">
              <a:rPr lang="de-DE" smtClean="0"/>
              <a:t>09.05.2023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4003619"/>
            <a:ext cx="206543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4003619"/>
            <a:ext cx="137695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D2992-AF74-4084-9131-38C455DDF3D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12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264B669-AF88-E0CF-EF9C-5A55A9F25B55}"/>
              </a:ext>
            </a:extLst>
          </p:cNvPr>
          <p:cNvGrpSpPr/>
          <p:nvPr/>
        </p:nvGrpSpPr>
        <p:grpSpPr>
          <a:xfrm>
            <a:off x="84861" y="68778"/>
            <a:ext cx="5950090" cy="4182035"/>
            <a:chOff x="2730013" y="1500909"/>
            <a:chExt cx="5950090" cy="4182035"/>
          </a:xfrm>
        </p:grpSpPr>
        <p:pic>
          <p:nvPicPr>
            <p:cNvPr id="11" name="Grafik 10" descr="Ein Bild, das Lampe, Licht enthält.&#10;&#10;Automatisch generierte Beschreibung">
              <a:extLst>
                <a:ext uri="{FF2B5EF4-FFF2-40B4-BE49-F238E27FC236}">
                  <a16:creationId xmlns:a16="http://schemas.microsoft.com/office/drawing/2014/main" id="{64F7EA6B-2B36-4810-83CC-EC7D23D71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4645" y="1500909"/>
              <a:ext cx="4839968" cy="4182035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6C4799D-D014-4E94-87CF-700F221CD960}"/>
                </a:ext>
              </a:extLst>
            </p:cNvPr>
            <p:cNvSpPr txBox="1"/>
            <p:nvPr/>
          </p:nvSpPr>
          <p:spPr>
            <a:xfrm>
              <a:off x="6339875" y="3448387"/>
              <a:ext cx="2340228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Datenschutzrechte des Individuums</a:t>
              </a: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B24B4EB-62F1-4F80-893D-91B9C46A0F52}"/>
                </a:ext>
              </a:extLst>
            </p:cNvPr>
            <p:cNvSpPr txBox="1"/>
            <p:nvPr/>
          </p:nvSpPr>
          <p:spPr>
            <a:xfrm>
              <a:off x="2730013" y="2382830"/>
              <a:ext cx="3070064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Öffentliches Interesse an der Verarbeitung humaner Daten zu Forschungszwecken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893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</Words>
  <Application>Microsoft Office PowerPoint</Application>
  <PresentationFormat>Benutzerdefiniert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2</cp:revision>
  <dcterms:created xsi:type="dcterms:W3CDTF">2023-05-09T11:22:34Z</dcterms:created>
  <dcterms:modified xsi:type="dcterms:W3CDTF">2023-05-09T11:29:26Z</dcterms:modified>
</cp:coreProperties>
</file>