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"/>
  </p:notesMasterIdLst>
  <p:sldIdLst>
    <p:sldId id="430" r:id="rId2"/>
  </p:sldIdLst>
  <p:sldSz cx="7199313" cy="3959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87" d="100"/>
          <a:sy n="187" d="100"/>
        </p:scale>
        <p:origin x="60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AFBE3-D681-43C5-B01B-40BF66E0BB3F}" type="datetimeFigureOut">
              <a:rPr lang="de-DE" smtClean="0"/>
              <a:t>09.05.2023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23888" y="1143000"/>
            <a:ext cx="5610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45AC3-552F-4C5A-8EA4-EEE35DD847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6056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23888" y="1143000"/>
            <a:ext cx="56102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B9E0D-5CB5-4753-A716-EC6190D9D1A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99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9914" y="647957"/>
            <a:ext cx="5399485" cy="1378397"/>
          </a:xfrm>
        </p:spPr>
        <p:txBody>
          <a:bodyPr anchor="b"/>
          <a:lstStyle>
            <a:lvl1pPr algn="ctr">
              <a:defRPr sz="346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2079510"/>
            <a:ext cx="5399485" cy="955896"/>
          </a:xfrm>
        </p:spPr>
        <p:txBody>
          <a:bodyPr/>
          <a:lstStyle>
            <a:lvl1pPr marL="0" indent="0" algn="ctr">
              <a:buNone/>
              <a:defRPr sz="1386"/>
            </a:lvl1pPr>
            <a:lvl2pPr marL="263942" indent="0" algn="ctr">
              <a:buNone/>
              <a:defRPr sz="1155"/>
            </a:lvl2pPr>
            <a:lvl3pPr marL="527883" indent="0" algn="ctr">
              <a:buNone/>
              <a:defRPr sz="1039"/>
            </a:lvl3pPr>
            <a:lvl4pPr marL="791825" indent="0" algn="ctr">
              <a:buNone/>
              <a:defRPr sz="924"/>
            </a:lvl4pPr>
            <a:lvl5pPr marL="1055766" indent="0" algn="ctr">
              <a:buNone/>
              <a:defRPr sz="924"/>
            </a:lvl5pPr>
            <a:lvl6pPr marL="1319708" indent="0" algn="ctr">
              <a:buNone/>
              <a:defRPr sz="924"/>
            </a:lvl6pPr>
            <a:lvl7pPr marL="1583649" indent="0" algn="ctr">
              <a:buNone/>
              <a:defRPr sz="924"/>
            </a:lvl7pPr>
            <a:lvl8pPr marL="1847591" indent="0" algn="ctr">
              <a:buNone/>
              <a:defRPr sz="924"/>
            </a:lvl8pPr>
            <a:lvl9pPr marL="2111532" indent="0" algn="ctr">
              <a:buNone/>
              <a:defRPr sz="924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E5FBC-3B4E-4FFD-89C7-29D4AA85DDC1}" type="datetimeFigureOut">
              <a:rPr lang="de-DE" smtClean="0"/>
              <a:t>09.05.2023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960DF-EECF-42C3-B74C-7860F8ABBD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2233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E5FBC-3B4E-4FFD-89C7-29D4AA85DDC1}" type="datetimeFigureOut">
              <a:rPr lang="de-DE" smtClean="0"/>
              <a:t>09.05.2023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960DF-EECF-42C3-B74C-7860F8ABBD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766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3" y="987058"/>
            <a:ext cx="6209407" cy="1646927"/>
          </a:xfrm>
        </p:spPr>
        <p:txBody>
          <a:bodyPr anchor="b"/>
          <a:lstStyle>
            <a:lvl1pPr>
              <a:defRPr sz="346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3" y="2649565"/>
            <a:ext cx="6209407" cy="866080"/>
          </a:xfrm>
        </p:spPr>
        <p:txBody>
          <a:bodyPr/>
          <a:lstStyle>
            <a:lvl1pPr marL="0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1pPr>
            <a:lvl2pPr marL="263942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2pPr>
            <a:lvl3pPr marL="527883" indent="0">
              <a:buNone/>
              <a:defRPr sz="1039">
                <a:solidFill>
                  <a:schemeClr val="tx1">
                    <a:tint val="75000"/>
                  </a:schemeClr>
                </a:solidFill>
              </a:defRPr>
            </a:lvl3pPr>
            <a:lvl4pPr marL="791825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4pPr>
            <a:lvl5pPr marL="1055766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5pPr>
            <a:lvl6pPr marL="1319708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6pPr>
            <a:lvl7pPr marL="1583649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7pPr>
            <a:lvl8pPr marL="1847591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8pPr>
            <a:lvl9pPr marL="2111532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E5FBC-3B4E-4FFD-89C7-29D4AA85DDC1}" type="datetimeFigureOut">
              <a:rPr lang="de-DE" smtClean="0"/>
              <a:t>09.05.2023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960DF-EECF-42C3-B74C-7860F8ABBD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5563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053960"/>
            <a:ext cx="3059708" cy="251209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053960"/>
            <a:ext cx="3059708" cy="251209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E5FBC-3B4E-4FFD-89C7-29D4AA85DDC1}" type="datetimeFigureOut">
              <a:rPr lang="de-DE" smtClean="0"/>
              <a:t>09.05.2023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960DF-EECF-42C3-B74C-7860F8ABBD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402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10792"/>
            <a:ext cx="6209407" cy="76526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970560"/>
            <a:ext cx="3045647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446217"/>
            <a:ext cx="3045647" cy="212716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970560"/>
            <a:ext cx="3060646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446217"/>
            <a:ext cx="3060646" cy="212716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E5FBC-3B4E-4FFD-89C7-29D4AA85DDC1}" type="datetimeFigureOut">
              <a:rPr lang="de-DE" smtClean="0"/>
              <a:t>09.05.2023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960DF-EECF-42C3-B74C-7860F8ABBD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7419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E5FBC-3B4E-4FFD-89C7-29D4AA85DDC1}" type="datetimeFigureOut">
              <a:rPr lang="de-DE" smtClean="0"/>
              <a:t>09.05.2023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960DF-EECF-42C3-B74C-7860F8ABBD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3050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E5FBC-3B4E-4FFD-89C7-29D4AA85DDC1}" type="datetimeFigureOut">
              <a:rPr lang="de-DE" smtClean="0"/>
              <a:t>09.05.2023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960DF-EECF-42C3-B74C-7860F8ABBD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6237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63948"/>
            <a:ext cx="2321966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570055"/>
            <a:ext cx="3644652" cy="2813616"/>
          </a:xfrm>
        </p:spPr>
        <p:txBody>
          <a:bodyPr/>
          <a:lstStyle>
            <a:lvl1pPr>
              <a:defRPr sz="1847"/>
            </a:lvl1pPr>
            <a:lvl2pPr>
              <a:defRPr sz="1616"/>
            </a:lvl2pPr>
            <a:lvl3pPr>
              <a:defRPr sz="1386"/>
            </a:lvl3pPr>
            <a:lvl4pPr>
              <a:defRPr sz="1155"/>
            </a:lvl4pPr>
            <a:lvl5pPr>
              <a:defRPr sz="1155"/>
            </a:lvl5pPr>
            <a:lvl6pPr>
              <a:defRPr sz="1155"/>
            </a:lvl6pPr>
            <a:lvl7pPr>
              <a:defRPr sz="1155"/>
            </a:lvl7pPr>
            <a:lvl8pPr>
              <a:defRPr sz="1155"/>
            </a:lvl8pPr>
            <a:lvl9pPr>
              <a:defRPr sz="115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1187768"/>
            <a:ext cx="2321966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E5FBC-3B4E-4FFD-89C7-29D4AA85DDC1}" type="datetimeFigureOut">
              <a:rPr lang="de-DE" smtClean="0"/>
              <a:t>09.05.2023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960DF-EECF-42C3-B74C-7860F8ABBD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53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63948"/>
            <a:ext cx="2321966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570055"/>
            <a:ext cx="3644652" cy="2813616"/>
          </a:xfrm>
        </p:spPr>
        <p:txBody>
          <a:bodyPr anchor="t"/>
          <a:lstStyle>
            <a:lvl1pPr marL="0" indent="0">
              <a:buNone/>
              <a:defRPr sz="1847"/>
            </a:lvl1pPr>
            <a:lvl2pPr marL="263942" indent="0">
              <a:buNone/>
              <a:defRPr sz="1616"/>
            </a:lvl2pPr>
            <a:lvl3pPr marL="527883" indent="0">
              <a:buNone/>
              <a:defRPr sz="1386"/>
            </a:lvl3pPr>
            <a:lvl4pPr marL="791825" indent="0">
              <a:buNone/>
              <a:defRPr sz="1155"/>
            </a:lvl4pPr>
            <a:lvl5pPr marL="1055766" indent="0">
              <a:buNone/>
              <a:defRPr sz="1155"/>
            </a:lvl5pPr>
            <a:lvl6pPr marL="1319708" indent="0">
              <a:buNone/>
              <a:defRPr sz="1155"/>
            </a:lvl6pPr>
            <a:lvl7pPr marL="1583649" indent="0">
              <a:buNone/>
              <a:defRPr sz="1155"/>
            </a:lvl7pPr>
            <a:lvl8pPr marL="1847591" indent="0">
              <a:buNone/>
              <a:defRPr sz="1155"/>
            </a:lvl8pPr>
            <a:lvl9pPr marL="2111532" indent="0">
              <a:buNone/>
              <a:defRPr sz="115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1187768"/>
            <a:ext cx="2321966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E5FBC-3B4E-4FFD-89C7-29D4AA85DDC1}" type="datetimeFigureOut">
              <a:rPr lang="de-DE" smtClean="0"/>
              <a:t>09.05.2023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960DF-EECF-42C3-B74C-7860F8ABBD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281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E5FBC-3B4E-4FFD-89C7-29D4AA85DDC1}" type="datetimeFigureOut">
              <a:rPr lang="de-DE" smtClean="0"/>
              <a:t>09.05.2023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960DF-EECF-42C3-B74C-7860F8ABBD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4201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8" y="210792"/>
            <a:ext cx="1552352" cy="335526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210792"/>
            <a:ext cx="4567064" cy="335526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E5FBC-3B4E-4FFD-89C7-29D4AA85DDC1}" type="datetimeFigureOut">
              <a:rPr lang="de-DE" smtClean="0"/>
              <a:t>09.05.2023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960DF-EECF-42C3-B74C-7860F8ABBD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2579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210792"/>
            <a:ext cx="6209407" cy="76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053960"/>
            <a:ext cx="6209407" cy="2512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3669615"/>
            <a:ext cx="1619845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E5FBC-3B4E-4FFD-89C7-29D4AA85DDC1}" type="datetimeFigureOut">
              <a:rPr lang="de-DE" smtClean="0"/>
              <a:t>09.05.2023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3669615"/>
            <a:ext cx="2429768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3669615"/>
            <a:ext cx="1619845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E960DF-EECF-42C3-B74C-7860F8ABBD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5508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527883" rtl="0" eaLnBrk="1" latinLnBrk="0" hangingPunct="1">
        <a:lnSpc>
          <a:spcPct val="90000"/>
        </a:lnSpc>
        <a:spcBef>
          <a:spcPct val="0"/>
        </a:spcBef>
        <a:buNone/>
        <a:defRPr sz="2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1971" indent="-131971" algn="l" defTabSz="527883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1616" kern="1200">
          <a:solidFill>
            <a:schemeClr val="tx1"/>
          </a:solidFill>
          <a:latin typeface="+mn-lt"/>
          <a:ea typeface="+mn-ea"/>
          <a:cs typeface="+mn-cs"/>
        </a:defRPr>
      </a:lvl1pPr>
      <a:lvl2pPr marL="39591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386" kern="1200">
          <a:solidFill>
            <a:schemeClr val="tx1"/>
          </a:solidFill>
          <a:latin typeface="+mn-lt"/>
          <a:ea typeface="+mn-ea"/>
          <a:cs typeface="+mn-cs"/>
        </a:defRPr>
      </a:lvl2pPr>
      <a:lvl3pPr marL="659854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3pPr>
      <a:lvl4pPr marL="923795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187737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451679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715620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97956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243503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1pPr>
      <a:lvl2pPr marL="26394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2pPr>
      <a:lvl3pPr marL="527883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3pPr>
      <a:lvl4pPr marL="791825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055766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319708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583649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847591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11153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40AE4FC6-1241-8DE5-CD0E-BD5053068660}"/>
              </a:ext>
            </a:extLst>
          </p:cNvPr>
          <p:cNvGrpSpPr/>
          <p:nvPr/>
        </p:nvGrpSpPr>
        <p:grpSpPr>
          <a:xfrm>
            <a:off x="292972" y="207907"/>
            <a:ext cx="6613368" cy="3543419"/>
            <a:chOff x="2170944" y="1966491"/>
            <a:chExt cx="6613368" cy="354341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C980CB3-87DF-42A1-AFE7-474AC1B9EE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6275" b="66124"/>
            <a:stretch/>
          </p:blipFill>
          <p:spPr>
            <a:xfrm>
              <a:off x="6724821" y="1966491"/>
              <a:ext cx="2059491" cy="113855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ED4EB3F-D1EC-47AC-B5AC-FEBD4953E6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091" r="27280" b="33179"/>
            <a:stretch/>
          </p:blipFill>
          <p:spPr>
            <a:xfrm>
              <a:off x="6727710" y="3198146"/>
              <a:ext cx="2044282" cy="110700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BCF95AF-CF7E-44A7-82AC-3FDA7C9C60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6337" r="27280"/>
            <a:stretch/>
          </p:blipFill>
          <p:spPr>
            <a:xfrm>
              <a:off x="6724821" y="4371354"/>
              <a:ext cx="2044282" cy="1138556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6EC0AEDD-F0B2-43DE-BEE6-A33393449F27}"/>
                </a:ext>
              </a:extLst>
            </p:cNvPr>
            <p:cNvSpPr txBox="1"/>
            <p:nvPr/>
          </p:nvSpPr>
          <p:spPr>
            <a:xfrm>
              <a:off x="2170944" y="2105042"/>
              <a:ext cx="4408899" cy="32932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600" dirty="0">
                  <a:latin typeface="+mj-lt"/>
                </a:rPr>
                <a:t>PUBLIC SHARING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sz="2600" dirty="0">
                  <a:latin typeface="+mj-lt"/>
                </a:rPr>
                <a:t>Open </a:t>
              </a:r>
              <a:r>
                <a:rPr lang="de-DE" sz="2600" dirty="0" err="1">
                  <a:latin typeface="+mj-lt"/>
                </a:rPr>
                <a:t>data</a:t>
              </a:r>
              <a:r>
                <a:rPr lang="de-DE" sz="2600" dirty="0">
                  <a:latin typeface="+mj-lt"/>
                </a:rPr>
                <a:t> </a:t>
              </a:r>
              <a:r>
                <a:rPr lang="de-DE" sz="2600" dirty="0" err="1">
                  <a:latin typeface="+mj-lt"/>
                </a:rPr>
                <a:t>platforms</a:t>
              </a:r>
              <a:endParaRPr lang="de-DE" sz="2600" dirty="0">
                <a:latin typeface="+mj-lt"/>
              </a:endParaRPr>
            </a:p>
            <a:p>
              <a:endParaRPr lang="de-DE" sz="2600" dirty="0">
                <a:latin typeface="+mj-lt"/>
              </a:endParaRPr>
            </a:p>
            <a:p>
              <a:r>
                <a:rPr lang="de-DE" sz="2600" dirty="0">
                  <a:latin typeface="+mj-lt"/>
                </a:rPr>
                <a:t>RESTRICTED SHARING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sz="2600" dirty="0" err="1">
                  <a:latin typeface="+mj-lt"/>
                </a:rPr>
                <a:t>Peer-to-peer</a:t>
              </a:r>
              <a:r>
                <a:rPr lang="de-DE" sz="2600" dirty="0">
                  <a:latin typeface="+mj-lt"/>
                </a:rPr>
                <a:t> </a:t>
              </a:r>
              <a:r>
                <a:rPr lang="de-DE" sz="2600" dirty="0" err="1">
                  <a:latin typeface="+mj-lt"/>
                </a:rPr>
                <a:t>data</a:t>
              </a:r>
              <a:r>
                <a:rPr lang="de-DE" sz="2600" dirty="0">
                  <a:latin typeface="+mj-lt"/>
                </a:rPr>
                <a:t> </a:t>
              </a:r>
              <a:r>
                <a:rPr lang="de-DE" sz="2600" dirty="0" err="1">
                  <a:latin typeface="+mj-lt"/>
                </a:rPr>
                <a:t>sharing</a:t>
              </a:r>
              <a:endParaRPr lang="de-DE" sz="2600" dirty="0">
                <a:latin typeface="+mj-lt"/>
              </a:endParaRPr>
            </a:p>
            <a:p>
              <a:endParaRPr lang="de-DE" sz="2600" dirty="0">
                <a:latin typeface="+mj-lt"/>
              </a:endParaRPr>
            </a:p>
            <a:p>
              <a:r>
                <a:rPr lang="de-DE" sz="2600" dirty="0">
                  <a:latin typeface="+mj-lt"/>
                </a:rPr>
                <a:t>DYNAMIC SHARING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sz="2600" dirty="0" err="1">
                  <a:latin typeface="+mj-lt"/>
                </a:rPr>
                <a:t>Participant-centred</a:t>
              </a:r>
              <a:r>
                <a:rPr lang="de-DE" sz="2600" dirty="0">
                  <a:latin typeface="+mj-lt"/>
                </a:rPr>
                <a:t> </a:t>
              </a:r>
              <a:r>
                <a:rPr lang="de-DE" sz="2600" dirty="0" err="1">
                  <a:latin typeface="+mj-lt"/>
                </a:rPr>
                <a:t>platforms</a:t>
              </a:r>
              <a:endParaRPr lang="de-DE" sz="2600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9469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15</Words>
  <Application>Microsoft Office PowerPoint</Application>
  <PresentationFormat>Benutzerdefiniert</PresentationFormat>
  <Paragraphs>9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Dirk Ostwald</dc:creator>
  <cp:lastModifiedBy>Dirk Ostwald</cp:lastModifiedBy>
  <cp:revision>1</cp:revision>
  <dcterms:created xsi:type="dcterms:W3CDTF">2023-05-09T11:08:29Z</dcterms:created>
  <dcterms:modified xsi:type="dcterms:W3CDTF">2023-05-09T11:16:54Z</dcterms:modified>
</cp:coreProperties>
</file>