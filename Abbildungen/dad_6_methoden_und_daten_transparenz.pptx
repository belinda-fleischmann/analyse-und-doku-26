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266" r:id="rId2"/>
  </p:sldIdLst>
  <p:sldSz cx="9144000" cy="5759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31" d="100"/>
          <a:sy n="131" d="100"/>
        </p:scale>
        <p:origin x="1080" y="-6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7E29B5-585A-405A-A5FB-39D2AD7D4C92}" type="datetimeFigureOut">
              <a:rPr lang="de-DE" smtClean="0"/>
              <a:t>10.05.2023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79488" y="1143000"/>
            <a:ext cx="48990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9A3136-7DCA-4F6A-8F83-B4F4298D24B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5558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79488" y="1143000"/>
            <a:ext cx="48990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9B9E0D-5CB5-4753-A716-EC6190D9D1A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150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42577"/>
            <a:ext cx="6858000" cy="200514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25045"/>
            <a:ext cx="6858000" cy="139053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C3B81-152A-4BD1-A5BA-332A4F28DCC6}" type="datetimeFigureOut">
              <a:rPr lang="de-DE" smtClean="0"/>
              <a:t>10.05.2023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1CD73-B69A-4180-803B-8C354853C1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2748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C3B81-152A-4BD1-A5BA-332A4F28DCC6}" type="datetimeFigureOut">
              <a:rPr lang="de-DE" smtClean="0"/>
              <a:t>10.05.2023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1CD73-B69A-4180-803B-8C354853C1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4637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35864"/>
            <a:ext cx="7886700" cy="239577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54300"/>
            <a:ext cx="7886700" cy="125987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C3B81-152A-4BD1-A5BA-332A4F28DCC6}" type="datetimeFigureOut">
              <a:rPr lang="de-DE" smtClean="0"/>
              <a:t>10.05.2023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1CD73-B69A-4180-803B-8C354853C1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9987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33187"/>
            <a:ext cx="3886200" cy="365431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33187"/>
            <a:ext cx="3886200" cy="365431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C3B81-152A-4BD1-A5BA-332A4F28DCC6}" type="datetimeFigureOut">
              <a:rPr lang="de-DE" smtClean="0"/>
              <a:t>10.05.2023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1CD73-B69A-4180-803B-8C354853C1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0997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6638"/>
            <a:ext cx="7886700" cy="1113227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11865"/>
            <a:ext cx="3868340" cy="691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103799"/>
            <a:ext cx="3868340" cy="309437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411865"/>
            <a:ext cx="3887391" cy="691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103799"/>
            <a:ext cx="3887391" cy="309437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C3B81-152A-4BD1-A5BA-332A4F28DCC6}" type="datetimeFigureOut">
              <a:rPr lang="de-DE" smtClean="0"/>
              <a:t>10.05.2023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1CD73-B69A-4180-803B-8C354853C1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61715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C3B81-152A-4BD1-A5BA-332A4F28DCC6}" type="datetimeFigureOut">
              <a:rPr lang="de-DE" smtClean="0"/>
              <a:t>10.05.2023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1CD73-B69A-4180-803B-8C354853C1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8061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C3B81-152A-4BD1-A5BA-332A4F28DCC6}" type="datetimeFigureOut">
              <a:rPr lang="de-DE" smtClean="0"/>
              <a:t>10.05.2023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1CD73-B69A-4180-803B-8C354853C1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63541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3963"/>
            <a:ext cx="2949178" cy="1343872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9255"/>
            <a:ext cx="4629150" cy="409294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27835"/>
            <a:ext cx="2949178" cy="320102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C3B81-152A-4BD1-A5BA-332A4F28DCC6}" type="datetimeFigureOut">
              <a:rPr lang="de-DE" smtClean="0"/>
              <a:t>10.05.2023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1CD73-B69A-4180-803B-8C354853C1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75587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3963"/>
            <a:ext cx="2949178" cy="1343872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9255"/>
            <a:ext cx="4629150" cy="409294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27835"/>
            <a:ext cx="2949178" cy="320102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C3B81-152A-4BD1-A5BA-332A4F28DCC6}" type="datetimeFigureOut">
              <a:rPr lang="de-DE" smtClean="0"/>
              <a:t>10.05.2023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1CD73-B69A-4180-803B-8C354853C1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8507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C3B81-152A-4BD1-A5BA-332A4F28DCC6}" type="datetimeFigureOut">
              <a:rPr lang="de-DE" smtClean="0"/>
              <a:t>10.05.2023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1CD73-B69A-4180-803B-8C354853C1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1100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6637"/>
            <a:ext cx="1971675" cy="488086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6637"/>
            <a:ext cx="5800725" cy="488086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C3B81-152A-4BD1-A5BA-332A4F28DCC6}" type="datetimeFigureOut">
              <a:rPr lang="de-DE" smtClean="0"/>
              <a:t>10.05.2023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1CD73-B69A-4180-803B-8C354853C1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3151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6638"/>
            <a:ext cx="7886700" cy="11132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33187"/>
            <a:ext cx="7886700" cy="3654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338158"/>
            <a:ext cx="2057400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2C3B81-152A-4BD1-A5BA-332A4F28DCC6}" type="datetimeFigureOut">
              <a:rPr lang="de-DE" smtClean="0"/>
              <a:t>10.05.2023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338158"/>
            <a:ext cx="3086100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338158"/>
            <a:ext cx="2057400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C1CD73-B69A-4180-803B-8C354853C1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0800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Ein Bild, das Uhr enthält.&#10;&#10;Automatisch generierte Beschreibung">
            <a:extLst>
              <a:ext uri="{FF2B5EF4-FFF2-40B4-BE49-F238E27FC236}">
                <a16:creationId xmlns:a16="http://schemas.microsoft.com/office/drawing/2014/main" id="{3E722992-28F5-4F59-8135-730A9F7411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904" y="757328"/>
            <a:ext cx="3240740" cy="2421265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8561618B-D321-4F2B-8DB0-341338AF7AC0}"/>
              </a:ext>
            </a:extLst>
          </p:cNvPr>
          <p:cNvSpPr txBox="1"/>
          <p:nvPr/>
        </p:nvSpPr>
        <p:spPr>
          <a:xfrm>
            <a:off x="448156" y="448356"/>
            <a:ext cx="335540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200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Wissenschaftlicher Bericht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52442009-12F3-4E76-BC62-3469856CAE24}"/>
              </a:ext>
            </a:extLst>
          </p:cNvPr>
          <p:cNvSpPr/>
          <p:nvPr/>
        </p:nvSpPr>
        <p:spPr>
          <a:xfrm>
            <a:off x="5211924" y="365124"/>
            <a:ext cx="3471592" cy="5129896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CMU Bright" panose="02000603000000000000" pitchFamily="2" charset="0"/>
              <a:ea typeface="CMU Bright" panose="02000603000000000000" pitchFamily="2" charset="0"/>
              <a:cs typeface="CMU Bright" panose="02000603000000000000" pitchFamily="2" charset="0"/>
            </a:endParaRPr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66231B02-1955-404D-9C50-0D512F69AB06}"/>
              </a:ext>
            </a:extLst>
          </p:cNvPr>
          <p:cNvCxnSpPr>
            <a:cxnSpLocks/>
          </p:cNvCxnSpPr>
          <p:nvPr/>
        </p:nvCxnSpPr>
        <p:spPr>
          <a:xfrm>
            <a:off x="3961859" y="2458142"/>
            <a:ext cx="1114096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5D2AFFE5-4B03-4703-94E4-899516C47FC4}"/>
              </a:ext>
            </a:extLst>
          </p:cNvPr>
          <p:cNvCxnSpPr>
            <a:cxnSpLocks/>
          </p:cNvCxnSpPr>
          <p:nvPr/>
        </p:nvCxnSpPr>
        <p:spPr>
          <a:xfrm flipH="1">
            <a:off x="3937973" y="3183389"/>
            <a:ext cx="1114095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feld 14">
            <a:extLst>
              <a:ext uri="{FF2B5EF4-FFF2-40B4-BE49-F238E27FC236}">
                <a16:creationId xmlns:a16="http://schemas.microsoft.com/office/drawing/2014/main" id="{62AF044C-B343-4D18-85D1-A8667D919718}"/>
              </a:ext>
            </a:extLst>
          </p:cNvPr>
          <p:cNvSpPr txBox="1"/>
          <p:nvPr/>
        </p:nvSpPr>
        <p:spPr>
          <a:xfrm>
            <a:off x="3999194" y="2042251"/>
            <a:ext cx="1043876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700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Hyperlink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9457410B-CB9E-449B-AA9A-2188EDCE1A37}"/>
              </a:ext>
            </a:extLst>
          </p:cNvPr>
          <p:cNvSpPr txBox="1"/>
          <p:nvPr/>
        </p:nvSpPr>
        <p:spPr>
          <a:xfrm>
            <a:off x="3811900" y="3387649"/>
            <a:ext cx="1422184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700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Reproduktion</a:t>
            </a:r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9C702A73-ED6F-4BCC-A15B-DD0F39F90E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1376" y="3366642"/>
            <a:ext cx="3188244" cy="2038476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2ED85E80-683B-479A-93C0-8617C044DFD4}"/>
              </a:ext>
            </a:extLst>
          </p:cNvPr>
          <p:cNvSpPr txBox="1"/>
          <p:nvPr/>
        </p:nvSpPr>
        <p:spPr>
          <a:xfrm>
            <a:off x="5304618" y="1552466"/>
            <a:ext cx="2350323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700" dirty="0" err="1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Datenakquisitionskripte</a:t>
            </a:r>
            <a:endParaRPr lang="de-DE" sz="1700" dirty="0">
              <a:latin typeface="CMU Bright" panose="02000603000000000000" pitchFamily="2" charset="0"/>
              <a:ea typeface="CMU Bright" panose="02000603000000000000" pitchFamily="2" charset="0"/>
              <a:cs typeface="CMU Bright" panose="02000603000000000000" pitchFamily="2" charset="0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504CC39C-959B-4F31-9C99-515343A220B6}"/>
              </a:ext>
            </a:extLst>
          </p:cNvPr>
          <p:cNvSpPr/>
          <p:nvPr/>
        </p:nvSpPr>
        <p:spPr>
          <a:xfrm>
            <a:off x="5307404" y="3335610"/>
            <a:ext cx="3308861" cy="3180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CMU Bright" panose="02000603000000000000" pitchFamily="2" charset="0"/>
              <a:ea typeface="CMU Bright" panose="02000603000000000000" pitchFamily="2" charset="0"/>
              <a:cs typeface="CMU Bright" panose="02000603000000000000" pitchFamily="2" charset="0"/>
            </a:endParaRPr>
          </a:p>
        </p:txBody>
      </p:sp>
      <p:pic>
        <p:nvPicPr>
          <p:cNvPr id="19" name="Inhaltsplatzhalter 5">
            <a:extLst>
              <a:ext uri="{FF2B5EF4-FFF2-40B4-BE49-F238E27FC236}">
                <a16:creationId xmlns:a16="http://schemas.microsoft.com/office/drawing/2014/main" id="{DDD1F83E-D495-47B6-9324-F019A917A3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5383255" y="2232119"/>
            <a:ext cx="3086281" cy="2105629"/>
          </a:xfrm>
          <a:prstGeom prst="rect">
            <a:avLst/>
          </a:prstGeom>
        </p:spPr>
      </p:pic>
      <p:sp>
        <p:nvSpPr>
          <p:cNvPr id="21" name="Textfeld 20">
            <a:extLst>
              <a:ext uri="{FF2B5EF4-FFF2-40B4-BE49-F238E27FC236}">
                <a16:creationId xmlns:a16="http://schemas.microsoft.com/office/drawing/2014/main" id="{E972050B-1D8F-428F-9D96-68C600207E93}"/>
              </a:ext>
            </a:extLst>
          </p:cNvPr>
          <p:cNvSpPr txBox="1"/>
          <p:nvPr/>
        </p:nvSpPr>
        <p:spPr>
          <a:xfrm>
            <a:off x="5304618" y="889538"/>
            <a:ext cx="2114681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700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Roh- und Metadaten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321519DD-E11E-4844-A1AB-C8A31E94AF4D}"/>
              </a:ext>
            </a:extLst>
          </p:cNvPr>
          <p:cNvSpPr txBox="1"/>
          <p:nvPr/>
        </p:nvSpPr>
        <p:spPr>
          <a:xfrm>
            <a:off x="5674067" y="458651"/>
            <a:ext cx="184731" cy="132959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sz="2200" dirty="0">
              <a:latin typeface="CMU Bright" panose="02000603000000000000" pitchFamily="2" charset="0"/>
              <a:ea typeface="CMU Bright" panose="02000603000000000000" pitchFamily="2" charset="0"/>
              <a:cs typeface="CMU Bright" panose="02000603000000000000" pitchFamily="2" charset="0"/>
            </a:endParaRPr>
          </a:p>
          <a:p>
            <a:endParaRPr lang="de-DE" sz="2200" dirty="0">
              <a:latin typeface="CMU Bright" panose="02000603000000000000" pitchFamily="2" charset="0"/>
              <a:ea typeface="CMU Bright" panose="02000603000000000000" pitchFamily="2" charset="0"/>
              <a:cs typeface="CMU Bright" panose="02000603000000000000" pitchFamily="2" charset="0"/>
            </a:endParaRPr>
          </a:p>
          <a:p>
            <a:endParaRPr lang="de-DE" sz="2200" dirty="0">
              <a:latin typeface="CMU Bright" panose="02000603000000000000" pitchFamily="2" charset="0"/>
              <a:ea typeface="CMU Bright" panose="02000603000000000000" pitchFamily="2" charset="0"/>
              <a:cs typeface="CMU Bright" panose="02000603000000000000" pitchFamily="2" charset="0"/>
            </a:endParaRPr>
          </a:p>
          <a:p>
            <a:endParaRPr lang="de-DE" sz="2200" dirty="0">
              <a:latin typeface="CMU Bright" panose="02000603000000000000" pitchFamily="2" charset="0"/>
              <a:ea typeface="CMU Bright" panose="02000603000000000000" pitchFamily="2" charset="0"/>
              <a:cs typeface="CMU Bright" panose="02000603000000000000" pitchFamily="2" charset="0"/>
            </a:endParaRPr>
          </a:p>
          <a:p>
            <a:endParaRPr lang="de-DE" sz="2200" dirty="0">
              <a:latin typeface="CMU Bright" panose="02000603000000000000" pitchFamily="2" charset="0"/>
              <a:ea typeface="CMU Bright" panose="02000603000000000000" pitchFamily="2" charset="0"/>
              <a:cs typeface="CMU Bright" panose="02000603000000000000" pitchFamily="2" charset="0"/>
            </a:endParaRPr>
          </a:p>
          <a:p>
            <a:endParaRPr lang="de-DE" sz="2200" dirty="0">
              <a:latin typeface="CMU Bright" panose="02000603000000000000" pitchFamily="2" charset="0"/>
              <a:ea typeface="CMU Bright" panose="02000603000000000000" pitchFamily="2" charset="0"/>
              <a:cs typeface="CMU Bright" panose="02000603000000000000" pitchFamily="2" charset="0"/>
            </a:endParaRPr>
          </a:p>
          <a:p>
            <a:endParaRPr lang="de-DE" sz="2200" dirty="0">
              <a:latin typeface="CMU Bright" panose="02000603000000000000" pitchFamily="2" charset="0"/>
              <a:ea typeface="CMU Bright" panose="02000603000000000000" pitchFamily="2" charset="0"/>
              <a:cs typeface="CMU Bright" panose="02000603000000000000" pitchFamily="2" charset="0"/>
            </a:endParaRPr>
          </a:p>
          <a:p>
            <a:endParaRPr lang="de-DE" sz="2200" dirty="0">
              <a:latin typeface="CMU Bright" panose="02000603000000000000" pitchFamily="2" charset="0"/>
              <a:ea typeface="CMU Bright" panose="02000603000000000000" pitchFamily="2" charset="0"/>
              <a:cs typeface="CMU Bright" panose="02000603000000000000" pitchFamily="2" charset="0"/>
            </a:endParaRPr>
          </a:p>
          <a:p>
            <a:endParaRPr lang="de-DE" sz="2200" dirty="0">
              <a:latin typeface="CMU Bright" panose="02000603000000000000" pitchFamily="2" charset="0"/>
              <a:ea typeface="CMU Bright" panose="02000603000000000000" pitchFamily="2" charset="0"/>
              <a:cs typeface="CMU Bright" panose="02000603000000000000" pitchFamily="2" charset="0"/>
            </a:endParaRPr>
          </a:p>
          <a:p>
            <a:endParaRPr lang="de-DE" sz="2200" dirty="0">
              <a:latin typeface="CMU Bright" panose="02000603000000000000" pitchFamily="2" charset="0"/>
              <a:ea typeface="CMU Bright" panose="02000603000000000000" pitchFamily="2" charset="0"/>
              <a:cs typeface="CMU Bright" panose="02000603000000000000" pitchFamily="2" charset="0"/>
            </a:endParaRPr>
          </a:p>
          <a:p>
            <a:endParaRPr lang="de-DE" sz="2200" dirty="0">
              <a:latin typeface="CMU Bright" panose="02000603000000000000" pitchFamily="2" charset="0"/>
              <a:ea typeface="CMU Bright" panose="02000603000000000000" pitchFamily="2" charset="0"/>
              <a:cs typeface="CMU Bright" panose="02000603000000000000" pitchFamily="2" charset="0"/>
            </a:endParaRPr>
          </a:p>
          <a:p>
            <a:endParaRPr lang="de-DE" sz="2200" dirty="0">
              <a:latin typeface="CMU Bright" panose="02000603000000000000" pitchFamily="2" charset="0"/>
              <a:ea typeface="CMU Bright" panose="02000603000000000000" pitchFamily="2" charset="0"/>
              <a:cs typeface="CMU Bright" panose="02000603000000000000" pitchFamily="2" charset="0"/>
            </a:endParaRPr>
          </a:p>
          <a:p>
            <a:endParaRPr lang="de-DE" sz="2200" dirty="0">
              <a:latin typeface="CMU Bright" panose="02000603000000000000" pitchFamily="2" charset="0"/>
              <a:ea typeface="CMU Bright" panose="02000603000000000000" pitchFamily="2" charset="0"/>
              <a:cs typeface="CMU Bright" panose="02000603000000000000" pitchFamily="2" charset="0"/>
            </a:endParaRPr>
          </a:p>
          <a:p>
            <a:endParaRPr lang="de-DE" sz="2200" dirty="0">
              <a:latin typeface="CMU Bright" panose="02000603000000000000" pitchFamily="2" charset="0"/>
              <a:ea typeface="CMU Bright" panose="02000603000000000000" pitchFamily="2" charset="0"/>
              <a:cs typeface="CMU Bright" panose="02000603000000000000" pitchFamily="2" charset="0"/>
            </a:endParaRPr>
          </a:p>
          <a:p>
            <a:endParaRPr lang="de-DE" sz="2200" dirty="0">
              <a:latin typeface="CMU Bright" panose="02000603000000000000" pitchFamily="2" charset="0"/>
              <a:ea typeface="CMU Bright" panose="02000603000000000000" pitchFamily="2" charset="0"/>
              <a:cs typeface="CMU Bright" panose="02000603000000000000" pitchFamily="2" charset="0"/>
            </a:endParaRPr>
          </a:p>
          <a:p>
            <a:endParaRPr lang="de-DE" sz="2200" dirty="0">
              <a:latin typeface="CMU Bright" panose="02000603000000000000" pitchFamily="2" charset="0"/>
              <a:ea typeface="CMU Bright" panose="02000603000000000000" pitchFamily="2" charset="0"/>
              <a:cs typeface="CMU Bright" panose="02000603000000000000" pitchFamily="2" charset="0"/>
            </a:endParaRPr>
          </a:p>
          <a:p>
            <a:endParaRPr lang="de-DE" sz="2200" dirty="0">
              <a:latin typeface="CMU Bright" panose="02000603000000000000" pitchFamily="2" charset="0"/>
              <a:ea typeface="CMU Bright" panose="02000603000000000000" pitchFamily="2" charset="0"/>
              <a:cs typeface="CMU Bright" panose="02000603000000000000" pitchFamily="2" charset="0"/>
            </a:endParaRPr>
          </a:p>
          <a:p>
            <a:endParaRPr lang="de-DE" sz="2200" dirty="0">
              <a:latin typeface="CMU Bright" panose="02000603000000000000" pitchFamily="2" charset="0"/>
              <a:ea typeface="CMU Bright" panose="02000603000000000000" pitchFamily="2" charset="0"/>
              <a:cs typeface="CMU Bright" panose="02000603000000000000" pitchFamily="2" charset="0"/>
            </a:endParaRPr>
          </a:p>
          <a:p>
            <a:endParaRPr lang="de-DE" sz="2200" dirty="0">
              <a:latin typeface="CMU Bright" panose="02000603000000000000" pitchFamily="2" charset="0"/>
              <a:ea typeface="CMU Bright" panose="02000603000000000000" pitchFamily="2" charset="0"/>
              <a:cs typeface="CMU Bright" panose="02000603000000000000" pitchFamily="2" charset="0"/>
            </a:endParaRPr>
          </a:p>
          <a:p>
            <a:endParaRPr lang="de-DE" sz="2200" dirty="0">
              <a:latin typeface="CMU Bright" panose="02000603000000000000" pitchFamily="2" charset="0"/>
              <a:ea typeface="CMU Bright" panose="02000603000000000000" pitchFamily="2" charset="0"/>
              <a:cs typeface="CMU Bright" panose="02000603000000000000" pitchFamily="2" charset="0"/>
            </a:endParaRPr>
          </a:p>
          <a:p>
            <a:endParaRPr lang="de-DE" sz="2200" dirty="0">
              <a:latin typeface="CMU Bright" panose="02000603000000000000" pitchFamily="2" charset="0"/>
              <a:ea typeface="CMU Bright" panose="02000603000000000000" pitchFamily="2" charset="0"/>
              <a:cs typeface="CMU Bright" panose="02000603000000000000" pitchFamily="2" charset="0"/>
            </a:endParaRPr>
          </a:p>
          <a:p>
            <a:endParaRPr lang="de-DE" sz="2200" dirty="0">
              <a:latin typeface="CMU Bright" panose="02000603000000000000" pitchFamily="2" charset="0"/>
              <a:ea typeface="CMU Bright" panose="02000603000000000000" pitchFamily="2" charset="0"/>
              <a:cs typeface="CMU Bright" panose="02000603000000000000" pitchFamily="2" charset="0"/>
            </a:endParaRPr>
          </a:p>
          <a:p>
            <a:endParaRPr lang="de-DE" sz="2200" dirty="0">
              <a:latin typeface="CMU Bright" panose="02000603000000000000" pitchFamily="2" charset="0"/>
              <a:ea typeface="CMU Bright" panose="02000603000000000000" pitchFamily="2" charset="0"/>
              <a:cs typeface="CMU Bright" panose="02000603000000000000" pitchFamily="2" charset="0"/>
            </a:endParaRPr>
          </a:p>
          <a:p>
            <a:endParaRPr lang="de-DE" sz="2200" dirty="0">
              <a:latin typeface="CMU Bright" panose="02000603000000000000" pitchFamily="2" charset="0"/>
              <a:ea typeface="CMU Bright" panose="02000603000000000000" pitchFamily="2" charset="0"/>
              <a:cs typeface="CMU Bright" panose="02000603000000000000" pitchFamily="2" charset="0"/>
            </a:endParaRPr>
          </a:p>
          <a:p>
            <a:endParaRPr lang="de-DE" sz="2200" dirty="0">
              <a:latin typeface="CMU Bright" panose="02000603000000000000" pitchFamily="2" charset="0"/>
              <a:ea typeface="CMU Bright" panose="02000603000000000000" pitchFamily="2" charset="0"/>
              <a:cs typeface="CMU Bright" panose="02000603000000000000" pitchFamily="2" charset="0"/>
            </a:endParaRPr>
          </a:p>
          <a:p>
            <a:endParaRPr lang="de-DE" sz="2200" dirty="0">
              <a:latin typeface="CMU Bright" panose="02000603000000000000" pitchFamily="2" charset="0"/>
              <a:ea typeface="CMU Bright" panose="02000603000000000000" pitchFamily="2" charset="0"/>
              <a:cs typeface="CMU Bright" panose="02000603000000000000" pitchFamily="2" charset="0"/>
            </a:endParaRPr>
          </a:p>
          <a:p>
            <a:endParaRPr lang="de-DE" sz="2200" dirty="0">
              <a:latin typeface="CMU Bright" panose="02000603000000000000" pitchFamily="2" charset="0"/>
              <a:ea typeface="CMU Bright" panose="02000603000000000000" pitchFamily="2" charset="0"/>
              <a:cs typeface="CMU Bright" panose="02000603000000000000" pitchFamily="2" charset="0"/>
            </a:endParaRPr>
          </a:p>
          <a:p>
            <a:endParaRPr lang="de-DE" sz="2200" dirty="0">
              <a:latin typeface="CMU Bright" panose="02000603000000000000" pitchFamily="2" charset="0"/>
              <a:ea typeface="CMU Bright" panose="02000603000000000000" pitchFamily="2" charset="0"/>
              <a:cs typeface="CMU Bright" panose="02000603000000000000" pitchFamily="2" charset="0"/>
            </a:endParaRPr>
          </a:p>
          <a:p>
            <a:endParaRPr lang="de-DE" sz="2200" dirty="0">
              <a:latin typeface="CMU Bright" panose="02000603000000000000" pitchFamily="2" charset="0"/>
              <a:ea typeface="CMU Bright" panose="02000603000000000000" pitchFamily="2" charset="0"/>
              <a:cs typeface="CMU Bright" panose="02000603000000000000" pitchFamily="2" charset="0"/>
            </a:endParaRPr>
          </a:p>
          <a:p>
            <a:endParaRPr lang="de-DE" sz="2200" dirty="0">
              <a:latin typeface="CMU Bright" panose="02000603000000000000" pitchFamily="2" charset="0"/>
              <a:ea typeface="CMU Bright" panose="02000603000000000000" pitchFamily="2" charset="0"/>
              <a:cs typeface="CMU Bright" panose="02000603000000000000" pitchFamily="2" charset="0"/>
            </a:endParaRPr>
          </a:p>
          <a:p>
            <a:endParaRPr lang="de-DE" sz="2200" dirty="0">
              <a:latin typeface="CMU Bright" panose="02000603000000000000" pitchFamily="2" charset="0"/>
              <a:ea typeface="CMU Bright" panose="02000603000000000000" pitchFamily="2" charset="0"/>
              <a:cs typeface="CMU Bright" panose="02000603000000000000" pitchFamily="2" charset="0"/>
            </a:endParaRPr>
          </a:p>
          <a:p>
            <a:endParaRPr lang="de-DE" sz="2200" dirty="0">
              <a:latin typeface="CMU Bright" panose="02000603000000000000" pitchFamily="2" charset="0"/>
              <a:ea typeface="CMU Bright" panose="02000603000000000000" pitchFamily="2" charset="0"/>
              <a:cs typeface="CMU Bright" panose="02000603000000000000" pitchFamily="2" charset="0"/>
            </a:endParaRPr>
          </a:p>
          <a:p>
            <a:endParaRPr lang="de-DE" sz="2200" dirty="0">
              <a:latin typeface="CMU Bright" panose="02000603000000000000" pitchFamily="2" charset="0"/>
              <a:ea typeface="CMU Bright" panose="02000603000000000000" pitchFamily="2" charset="0"/>
              <a:cs typeface="CMU Bright" panose="02000603000000000000" pitchFamily="2" charset="0"/>
            </a:endParaRPr>
          </a:p>
          <a:p>
            <a:endParaRPr lang="de-DE" sz="2200" dirty="0">
              <a:latin typeface="CMU Bright" panose="02000603000000000000" pitchFamily="2" charset="0"/>
              <a:ea typeface="CMU Bright" panose="02000603000000000000" pitchFamily="2" charset="0"/>
              <a:cs typeface="CMU Bright" panose="02000603000000000000" pitchFamily="2" charset="0"/>
            </a:endParaRPr>
          </a:p>
          <a:p>
            <a:endParaRPr lang="de-DE" sz="2200" dirty="0">
              <a:latin typeface="CMU Bright" panose="02000603000000000000" pitchFamily="2" charset="0"/>
              <a:ea typeface="CMU Bright" panose="02000603000000000000" pitchFamily="2" charset="0"/>
              <a:cs typeface="CMU Bright" panose="02000603000000000000" pitchFamily="2" charset="0"/>
            </a:endParaRPr>
          </a:p>
          <a:p>
            <a:endParaRPr lang="de-DE" sz="2200" dirty="0">
              <a:latin typeface="CMU Bright" panose="02000603000000000000" pitchFamily="2" charset="0"/>
              <a:ea typeface="CMU Bright" panose="02000603000000000000" pitchFamily="2" charset="0"/>
              <a:cs typeface="CMU Bright" panose="02000603000000000000" pitchFamily="2" charset="0"/>
            </a:endParaRPr>
          </a:p>
          <a:p>
            <a:endParaRPr lang="de-DE" sz="2200" dirty="0">
              <a:latin typeface="CMU Bright" panose="02000603000000000000" pitchFamily="2" charset="0"/>
              <a:ea typeface="CMU Bright" panose="02000603000000000000" pitchFamily="2" charset="0"/>
              <a:cs typeface="CMU Bright" panose="02000603000000000000" pitchFamily="2" charset="0"/>
            </a:endParaRPr>
          </a:p>
          <a:p>
            <a:endParaRPr lang="de-DE" sz="2200">
              <a:latin typeface="CMU Bright" panose="02000603000000000000" pitchFamily="2" charset="0"/>
              <a:ea typeface="CMU Bright" panose="02000603000000000000" pitchFamily="2" charset="0"/>
              <a:cs typeface="CMU Bright" panose="02000603000000000000" pitchFamily="2" charset="0"/>
            </a:endParaRPr>
          </a:p>
          <a:p>
            <a:endParaRPr lang="de-DE" sz="2200" dirty="0">
              <a:latin typeface="CMU Bright" panose="02000603000000000000" pitchFamily="2" charset="0"/>
              <a:ea typeface="CMU Bright" panose="02000603000000000000" pitchFamily="2" charset="0"/>
              <a:cs typeface="CMU Bright" panose="02000603000000000000" pitchFamily="2" charset="0"/>
            </a:endParaRPr>
          </a:p>
        </p:txBody>
      </p:sp>
      <p:pic>
        <p:nvPicPr>
          <p:cNvPr id="25" name="Grafik 24" descr="Ein Bild, das Screenshot enthält.&#10;&#10;Automatisch generierte Beschreibung">
            <a:extLst>
              <a:ext uri="{FF2B5EF4-FFF2-40B4-BE49-F238E27FC236}">
                <a16:creationId xmlns:a16="http://schemas.microsoft.com/office/drawing/2014/main" id="{9FA5DABA-A8B7-4FCE-A964-15DA9277BC9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896" y="3188729"/>
            <a:ext cx="3188934" cy="2585789"/>
          </a:xfrm>
          <a:prstGeom prst="rect">
            <a:avLst/>
          </a:prstGeom>
        </p:spPr>
      </p:pic>
      <p:sp>
        <p:nvSpPr>
          <p:cNvPr id="26" name="Rechteck 25">
            <a:extLst>
              <a:ext uri="{FF2B5EF4-FFF2-40B4-BE49-F238E27FC236}">
                <a16:creationId xmlns:a16="http://schemas.microsoft.com/office/drawing/2014/main" id="{7F8634C9-F810-4639-AF21-04E8AF1A46CD}"/>
              </a:ext>
            </a:extLst>
          </p:cNvPr>
          <p:cNvSpPr/>
          <p:nvPr/>
        </p:nvSpPr>
        <p:spPr>
          <a:xfrm>
            <a:off x="435174" y="5324702"/>
            <a:ext cx="3479944" cy="3963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CMU Bright" panose="02000603000000000000" pitchFamily="2" charset="0"/>
              <a:ea typeface="CMU Bright" panose="02000603000000000000" pitchFamily="2" charset="0"/>
              <a:cs typeface="CMU Bright" panose="02000603000000000000" pitchFamily="2" charset="0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E8E7F187-F01B-422F-872D-E9D380BEF308}"/>
              </a:ext>
            </a:extLst>
          </p:cNvPr>
          <p:cNvSpPr/>
          <p:nvPr/>
        </p:nvSpPr>
        <p:spPr>
          <a:xfrm>
            <a:off x="372896" y="365124"/>
            <a:ext cx="3471592" cy="5129896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CMU Bright" panose="02000603000000000000" pitchFamily="2" charset="0"/>
              <a:ea typeface="CMU Bright" panose="02000603000000000000" pitchFamily="2" charset="0"/>
              <a:cs typeface="CMU Bright" panose="02000603000000000000" pitchFamily="2" charset="0"/>
            </a:endParaRPr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9942CE67-4204-458D-A8C6-0EBEB03ED05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3214" y="2621838"/>
            <a:ext cx="517575" cy="419372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4D264174-6EB3-8F0C-050E-229F022D5A90}"/>
              </a:ext>
            </a:extLst>
          </p:cNvPr>
          <p:cNvSpPr txBox="1"/>
          <p:nvPr/>
        </p:nvSpPr>
        <p:spPr>
          <a:xfrm>
            <a:off x="5304618" y="1221002"/>
            <a:ext cx="2031325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700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Datenanalyseskripte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30D51628-BDE7-478D-5515-35CC1E0976C8}"/>
                  </a:ext>
                </a:extLst>
              </p:cNvPr>
              <p:cNvSpPr txBox="1"/>
              <p:nvPr/>
            </p:nvSpPr>
            <p:spPr>
              <a:xfrm>
                <a:off x="5264092" y="1894521"/>
                <a:ext cx="442750" cy="3539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700" i="1">
                          <a:latin typeface="Cambria Math" panose="02040503050406030204" pitchFamily="18" charset="0"/>
                          <a:ea typeface="CMU Bright" panose="02000603000000000000" pitchFamily="2" charset="0"/>
                          <a:cs typeface="CMU Bright" panose="02000603000000000000" pitchFamily="2" charset="0"/>
                        </a:rPr>
                        <m:t>⋯</m:t>
                      </m:r>
                    </m:oMath>
                  </m:oMathPara>
                </a14:m>
                <a:endParaRPr lang="de-DE" sz="1700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endParaRPr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30D51628-BDE7-478D-5515-35CC1E0976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4092" y="1894521"/>
                <a:ext cx="442750" cy="3539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2759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11</Words>
  <Application>Microsoft Office PowerPoint</Application>
  <PresentationFormat>Benutzerdefiniert</PresentationFormat>
  <Paragraphs>45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CMU Bright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Dirk Ostwald</dc:creator>
  <cp:lastModifiedBy>Dirk Ostwald</cp:lastModifiedBy>
  <cp:revision>4</cp:revision>
  <dcterms:created xsi:type="dcterms:W3CDTF">2023-05-09T09:22:15Z</dcterms:created>
  <dcterms:modified xsi:type="dcterms:W3CDTF">2023-05-10T13:20:29Z</dcterms:modified>
</cp:coreProperties>
</file>